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Now" charset="1" panose="000005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16" Target="../media/image9.png" Type="http://schemas.openxmlformats.org/officeDocument/2006/relationships/image"/><Relationship Id="rId17" Target="../media/image10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34964" y="-2597707"/>
            <a:ext cx="6012827" cy="5553666"/>
          </a:xfrm>
          <a:custGeom>
            <a:avLst/>
            <a:gdLst/>
            <a:ahLst/>
            <a:cxnLst/>
            <a:rect r="r" b="b" t="t" l="l"/>
            <a:pathLst>
              <a:path h="5553666" w="6012827">
                <a:moveTo>
                  <a:pt x="0" y="0"/>
                </a:moveTo>
                <a:lnTo>
                  <a:pt x="6012827" y="0"/>
                </a:lnTo>
                <a:lnTo>
                  <a:pt x="6012827" y="5553666"/>
                </a:lnTo>
                <a:lnTo>
                  <a:pt x="0" y="5553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51098" y="-2122255"/>
            <a:ext cx="6098110" cy="5632436"/>
          </a:xfrm>
          <a:custGeom>
            <a:avLst/>
            <a:gdLst/>
            <a:ahLst/>
            <a:cxnLst/>
            <a:rect r="r" b="b" t="t" l="l"/>
            <a:pathLst>
              <a:path h="5632436" w="6098110">
                <a:moveTo>
                  <a:pt x="0" y="0"/>
                </a:moveTo>
                <a:lnTo>
                  <a:pt x="6098110" y="0"/>
                </a:lnTo>
                <a:lnTo>
                  <a:pt x="6098110" y="5632436"/>
                </a:lnTo>
                <a:lnTo>
                  <a:pt x="0" y="56324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173027" y="4368416"/>
            <a:ext cx="6009088" cy="1605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34"/>
              </a:lnSpc>
            </a:pPr>
            <a:r>
              <a:rPr lang="en-US" sz="7685" spc="222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SMART-JAM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665839" y="3510181"/>
            <a:ext cx="6185571" cy="5713218"/>
          </a:xfrm>
          <a:custGeom>
            <a:avLst/>
            <a:gdLst/>
            <a:ahLst/>
            <a:cxnLst/>
            <a:rect r="r" b="b" t="t" l="l"/>
            <a:pathLst>
              <a:path h="5713218" w="6185571">
                <a:moveTo>
                  <a:pt x="0" y="0"/>
                </a:moveTo>
                <a:lnTo>
                  <a:pt x="6185570" y="0"/>
                </a:lnTo>
                <a:lnTo>
                  <a:pt x="6185570" y="5713218"/>
                </a:lnTo>
                <a:lnTo>
                  <a:pt x="0" y="57132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200000">
            <a:off x="-901352" y="2476544"/>
            <a:ext cx="6325037" cy="5842034"/>
          </a:xfrm>
          <a:custGeom>
            <a:avLst/>
            <a:gdLst/>
            <a:ahLst/>
            <a:cxnLst/>
            <a:rect r="r" b="b" t="t" l="l"/>
            <a:pathLst>
              <a:path h="5842034" w="6325037">
                <a:moveTo>
                  <a:pt x="0" y="0"/>
                </a:moveTo>
                <a:lnTo>
                  <a:pt x="6325038" y="0"/>
                </a:lnTo>
                <a:lnTo>
                  <a:pt x="6325038" y="5842035"/>
                </a:lnTo>
                <a:lnTo>
                  <a:pt x="0" y="58420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6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200000">
            <a:off x="13847170" y="6326321"/>
            <a:ext cx="6325037" cy="5842034"/>
          </a:xfrm>
          <a:custGeom>
            <a:avLst/>
            <a:gdLst/>
            <a:ahLst/>
            <a:cxnLst/>
            <a:rect r="r" b="b" t="t" l="l"/>
            <a:pathLst>
              <a:path h="5842034" w="6325037">
                <a:moveTo>
                  <a:pt x="0" y="0"/>
                </a:moveTo>
                <a:lnTo>
                  <a:pt x="6325037" y="0"/>
                </a:lnTo>
                <a:lnTo>
                  <a:pt x="6325037" y="5842035"/>
                </a:lnTo>
                <a:lnTo>
                  <a:pt x="0" y="58420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182115" y="6583461"/>
            <a:ext cx="6185571" cy="5713218"/>
          </a:xfrm>
          <a:custGeom>
            <a:avLst/>
            <a:gdLst/>
            <a:ahLst/>
            <a:cxnLst/>
            <a:rect r="r" b="b" t="t" l="l"/>
            <a:pathLst>
              <a:path h="5713218" w="6185571">
                <a:moveTo>
                  <a:pt x="0" y="0"/>
                </a:moveTo>
                <a:lnTo>
                  <a:pt x="6185570" y="0"/>
                </a:lnTo>
                <a:lnTo>
                  <a:pt x="6185570" y="5713218"/>
                </a:lnTo>
                <a:lnTo>
                  <a:pt x="0" y="57132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6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456484" y="5925874"/>
            <a:ext cx="5367640" cy="86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1"/>
              </a:lnSpc>
              <a:spcBef>
                <a:spcPct val="0"/>
              </a:spcBef>
            </a:pPr>
            <a:r>
              <a:rPr lang="en-US" sz="5388" spc="156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ethical</a:t>
            </a:r>
            <a:r>
              <a:rPr lang="en-US" sz="5388" spc="156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 aspects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60342" y="2481481"/>
            <a:ext cx="6185571" cy="5713218"/>
          </a:xfrm>
          <a:custGeom>
            <a:avLst/>
            <a:gdLst/>
            <a:ahLst/>
            <a:cxnLst/>
            <a:rect r="r" b="b" t="t" l="l"/>
            <a:pathLst>
              <a:path h="5713218" w="6185571">
                <a:moveTo>
                  <a:pt x="0" y="0"/>
                </a:moveTo>
                <a:lnTo>
                  <a:pt x="6185570" y="0"/>
                </a:lnTo>
                <a:lnTo>
                  <a:pt x="6185570" y="5713218"/>
                </a:lnTo>
                <a:lnTo>
                  <a:pt x="0" y="5713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200000">
            <a:off x="-1095855" y="2137953"/>
            <a:ext cx="6325037" cy="5842034"/>
          </a:xfrm>
          <a:custGeom>
            <a:avLst/>
            <a:gdLst/>
            <a:ahLst/>
            <a:cxnLst/>
            <a:rect r="r" b="b" t="t" l="l"/>
            <a:pathLst>
              <a:path h="5842034" w="6325037">
                <a:moveTo>
                  <a:pt x="0" y="0"/>
                </a:moveTo>
                <a:lnTo>
                  <a:pt x="6325038" y="0"/>
                </a:lnTo>
                <a:lnTo>
                  <a:pt x="6325038" y="5842034"/>
                </a:lnTo>
                <a:lnTo>
                  <a:pt x="0" y="5842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18040" y="4058040"/>
            <a:ext cx="6528698" cy="249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14"/>
              </a:lnSpc>
            </a:pPr>
            <a:r>
              <a:rPr lang="en-US" sz="7685" spc="222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MAIN POINTS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7200000">
            <a:off x="9844493" y="4587347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200000">
            <a:off x="9684408" y="4705287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6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200000">
            <a:off x="9814077" y="6703428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200000">
            <a:off x="10004577" y="6893928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6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144831" y="2610103"/>
            <a:ext cx="6376510" cy="836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5"/>
              </a:lnSpc>
            </a:pPr>
            <a:r>
              <a:rPr lang="en-US" sz="5221" spc="151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Privacy Protection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144831" y="4576778"/>
            <a:ext cx="6114469" cy="907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58"/>
              </a:lnSpc>
            </a:pPr>
            <a:r>
              <a:rPr lang="en-US" sz="5627" spc="163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Data Security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7200000">
            <a:off x="9844493" y="2633445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60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7200000">
            <a:off x="10034993" y="2823945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60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144831" y="6670562"/>
            <a:ext cx="6114469" cy="907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58"/>
              </a:lnSpc>
            </a:pPr>
            <a:r>
              <a:rPr lang="en-US" sz="5627" spc="163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Transparency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49448" y="41848"/>
            <a:ext cx="3247095" cy="2999135"/>
          </a:xfrm>
          <a:custGeom>
            <a:avLst/>
            <a:gdLst/>
            <a:ahLst/>
            <a:cxnLst/>
            <a:rect r="r" b="b" t="t" l="l"/>
            <a:pathLst>
              <a:path h="2999135" w="3247095">
                <a:moveTo>
                  <a:pt x="0" y="0"/>
                </a:moveTo>
                <a:lnTo>
                  <a:pt x="3247095" y="0"/>
                </a:lnTo>
                <a:lnTo>
                  <a:pt x="3247095" y="2999135"/>
                </a:lnTo>
                <a:lnTo>
                  <a:pt x="0" y="2999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200000">
            <a:off x="2553974" y="123536"/>
            <a:ext cx="3320308" cy="3066757"/>
          </a:xfrm>
          <a:custGeom>
            <a:avLst/>
            <a:gdLst/>
            <a:ahLst/>
            <a:cxnLst/>
            <a:rect r="r" b="b" t="t" l="l"/>
            <a:pathLst>
              <a:path h="3066757" w="3320308">
                <a:moveTo>
                  <a:pt x="0" y="0"/>
                </a:moveTo>
                <a:lnTo>
                  <a:pt x="3320307" y="0"/>
                </a:lnTo>
                <a:lnTo>
                  <a:pt x="3320307" y="3066757"/>
                </a:lnTo>
                <a:lnTo>
                  <a:pt x="0" y="30667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200000">
            <a:off x="-901304" y="4522405"/>
            <a:ext cx="6325037" cy="5842034"/>
          </a:xfrm>
          <a:custGeom>
            <a:avLst/>
            <a:gdLst/>
            <a:ahLst/>
            <a:cxnLst/>
            <a:rect r="r" b="b" t="t" l="l"/>
            <a:pathLst>
              <a:path h="5842034" w="6325037">
                <a:moveTo>
                  <a:pt x="0" y="0"/>
                </a:moveTo>
                <a:lnTo>
                  <a:pt x="6325037" y="0"/>
                </a:lnTo>
                <a:lnTo>
                  <a:pt x="6325037" y="5842034"/>
                </a:lnTo>
                <a:lnTo>
                  <a:pt x="0" y="58420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101" y="3955897"/>
            <a:ext cx="6185571" cy="5713218"/>
          </a:xfrm>
          <a:custGeom>
            <a:avLst/>
            <a:gdLst/>
            <a:ahLst/>
            <a:cxnLst/>
            <a:rect r="r" b="b" t="t" l="l"/>
            <a:pathLst>
              <a:path h="5713218" w="6185571">
                <a:moveTo>
                  <a:pt x="0" y="0"/>
                </a:moveTo>
                <a:lnTo>
                  <a:pt x="6185570" y="0"/>
                </a:lnTo>
                <a:lnTo>
                  <a:pt x="6185570" y="5713218"/>
                </a:lnTo>
                <a:lnTo>
                  <a:pt x="0" y="57132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1640" y="562899"/>
            <a:ext cx="1184466" cy="1094015"/>
          </a:xfrm>
          <a:custGeom>
            <a:avLst/>
            <a:gdLst/>
            <a:ahLst/>
            <a:cxnLst/>
            <a:rect r="r" b="b" t="t" l="l"/>
            <a:pathLst>
              <a:path h="1094015" w="1184466">
                <a:moveTo>
                  <a:pt x="0" y="0"/>
                </a:moveTo>
                <a:lnTo>
                  <a:pt x="1184466" y="0"/>
                </a:lnTo>
                <a:lnTo>
                  <a:pt x="1184466" y="1094015"/>
                </a:lnTo>
                <a:lnTo>
                  <a:pt x="0" y="1094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200000">
            <a:off x="800336" y="592697"/>
            <a:ext cx="1211172" cy="1118682"/>
          </a:xfrm>
          <a:custGeom>
            <a:avLst/>
            <a:gdLst/>
            <a:ahLst/>
            <a:cxnLst/>
            <a:rect r="r" b="b" t="t" l="l"/>
            <a:pathLst>
              <a:path h="1118682" w="1211172">
                <a:moveTo>
                  <a:pt x="0" y="0"/>
                </a:moveTo>
                <a:lnTo>
                  <a:pt x="1211172" y="0"/>
                </a:lnTo>
                <a:lnTo>
                  <a:pt x="1211172" y="1118682"/>
                </a:lnTo>
                <a:lnTo>
                  <a:pt x="0" y="11186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200000">
            <a:off x="6655554" y="4993270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200000">
            <a:off x="6495469" y="5111211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7200000">
            <a:off x="6625138" y="7109352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7200000">
            <a:off x="6815638" y="7299852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955892" y="3016027"/>
            <a:ext cx="7949533" cy="836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5"/>
              </a:lnSpc>
            </a:pPr>
            <a:r>
              <a:rPr lang="en-US" sz="5221" spc="151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Anonymous driver data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55892" y="4982702"/>
            <a:ext cx="8334764" cy="907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58"/>
              </a:lnSpc>
            </a:pPr>
            <a:r>
              <a:rPr lang="en-US" sz="5627" spc="163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GDPR data processing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7200000">
            <a:off x="6655554" y="3039368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7200000">
            <a:off x="6846054" y="3229868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955892" y="7076486"/>
            <a:ext cx="8334764" cy="907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58"/>
              </a:lnSpc>
            </a:pPr>
            <a:r>
              <a:rPr lang="en-US" sz="5627" spc="163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No audio recording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55892" y="1085363"/>
            <a:ext cx="8843183" cy="1121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8"/>
              </a:lnSpc>
            </a:pPr>
            <a:r>
              <a:rPr lang="en-US" sz="6921" spc="200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Privacy Protection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955689">
            <a:off x="12898334" y="1041916"/>
            <a:ext cx="3247095" cy="2999135"/>
          </a:xfrm>
          <a:custGeom>
            <a:avLst/>
            <a:gdLst/>
            <a:ahLst/>
            <a:cxnLst/>
            <a:rect r="r" b="b" t="t" l="l"/>
            <a:pathLst>
              <a:path h="2999135" w="3247095">
                <a:moveTo>
                  <a:pt x="0" y="0"/>
                </a:moveTo>
                <a:lnTo>
                  <a:pt x="3247095" y="0"/>
                </a:lnTo>
                <a:lnTo>
                  <a:pt x="3247095" y="2999135"/>
                </a:lnTo>
                <a:lnTo>
                  <a:pt x="0" y="2999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44310">
            <a:off x="12939242" y="827632"/>
            <a:ext cx="3320308" cy="3066757"/>
          </a:xfrm>
          <a:custGeom>
            <a:avLst/>
            <a:gdLst/>
            <a:ahLst/>
            <a:cxnLst/>
            <a:rect r="r" b="b" t="t" l="l"/>
            <a:pathLst>
              <a:path h="3066757" w="3320308">
                <a:moveTo>
                  <a:pt x="0" y="0"/>
                </a:moveTo>
                <a:lnTo>
                  <a:pt x="3320308" y="0"/>
                </a:lnTo>
                <a:lnTo>
                  <a:pt x="3320308" y="3066757"/>
                </a:lnTo>
                <a:lnTo>
                  <a:pt x="0" y="30667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200000">
            <a:off x="13609042" y="4273668"/>
            <a:ext cx="6325037" cy="5842034"/>
          </a:xfrm>
          <a:custGeom>
            <a:avLst/>
            <a:gdLst/>
            <a:ahLst/>
            <a:cxnLst/>
            <a:rect r="r" b="b" t="t" l="l"/>
            <a:pathLst>
              <a:path h="5842034" w="6325037">
                <a:moveTo>
                  <a:pt x="0" y="0"/>
                </a:moveTo>
                <a:lnTo>
                  <a:pt x="6325037" y="0"/>
                </a:lnTo>
                <a:lnTo>
                  <a:pt x="6325037" y="5842035"/>
                </a:lnTo>
                <a:lnTo>
                  <a:pt x="0" y="58420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14772" y="3729970"/>
            <a:ext cx="6185571" cy="5713218"/>
          </a:xfrm>
          <a:custGeom>
            <a:avLst/>
            <a:gdLst/>
            <a:ahLst/>
            <a:cxnLst/>
            <a:rect r="r" b="b" t="t" l="l"/>
            <a:pathLst>
              <a:path h="5713218" w="6185571">
                <a:moveTo>
                  <a:pt x="0" y="0"/>
                </a:moveTo>
                <a:lnTo>
                  <a:pt x="6185571" y="0"/>
                </a:lnTo>
                <a:lnTo>
                  <a:pt x="6185571" y="5713218"/>
                </a:lnTo>
                <a:lnTo>
                  <a:pt x="0" y="57132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8955689">
            <a:off x="16718153" y="1320827"/>
            <a:ext cx="1184466" cy="1094015"/>
          </a:xfrm>
          <a:custGeom>
            <a:avLst/>
            <a:gdLst/>
            <a:ahLst/>
            <a:cxnLst/>
            <a:rect r="r" b="b" t="t" l="l"/>
            <a:pathLst>
              <a:path h="1094015" w="1184466">
                <a:moveTo>
                  <a:pt x="0" y="0"/>
                </a:moveTo>
                <a:lnTo>
                  <a:pt x="1184465" y="0"/>
                </a:lnTo>
                <a:lnTo>
                  <a:pt x="1184465" y="1094016"/>
                </a:lnTo>
                <a:lnTo>
                  <a:pt x="0" y="1094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44310">
            <a:off x="16733075" y="1242661"/>
            <a:ext cx="1211172" cy="1118682"/>
          </a:xfrm>
          <a:custGeom>
            <a:avLst/>
            <a:gdLst/>
            <a:ahLst/>
            <a:cxnLst/>
            <a:rect r="r" b="b" t="t" l="l"/>
            <a:pathLst>
              <a:path h="1118682" w="1211172">
                <a:moveTo>
                  <a:pt x="0" y="0"/>
                </a:moveTo>
                <a:lnTo>
                  <a:pt x="1211172" y="0"/>
                </a:lnTo>
                <a:lnTo>
                  <a:pt x="1211172" y="1118683"/>
                </a:lnTo>
                <a:lnTo>
                  <a:pt x="0" y="11186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200000">
            <a:off x="1787326" y="5030490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200000">
            <a:off x="1627242" y="5148430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7200000">
            <a:off x="1756911" y="7337072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0" y="0"/>
                </a:lnTo>
                <a:lnTo>
                  <a:pt x="822430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7200000">
            <a:off x="1977826" y="7221565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087665" y="3053246"/>
            <a:ext cx="8334764" cy="836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5"/>
              </a:lnSpc>
            </a:pPr>
            <a:r>
              <a:rPr lang="en-US" sz="5221" spc="151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Encrypted data storage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87665" y="5019921"/>
            <a:ext cx="8687891" cy="907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58"/>
              </a:lnSpc>
            </a:pPr>
            <a:r>
              <a:rPr lang="en-US" sz="5627" spc="163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Authorized access only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7200000">
            <a:off x="1787326" y="3076588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7200000">
            <a:off x="1977826" y="3267088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087665" y="7113705"/>
            <a:ext cx="6922253" cy="907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58"/>
              </a:lnSpc>
            </a:pPr>
            <a:r>
              <a:rPr lang="en-US" sz="5627" spc="163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Cybersecurity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700223" y="1122582"/>
            <a:ext cx="6724417" cy="1121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8"/>
              </a:lnSpc>
            </a:pPr>
            <a:r>
              <a:rPr lang="en-US" sz="6921" spc="200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Data Security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60342" y="2481481"/>
            <a:ext cx="6185571" cy="5713218"/>
          </a:xfrm>
          <a:custGeom>
            <a:avLst/>
            <a:gdLst/>
            <a:ahLst/>
            <a:cxnLst/>
            <a:rect r="r" b="b" t="t" l="l"/>
            <a:pathLst>
              <a:path h="5713218" w="6185571">
                <a:moveTo>
                  <a:pt x="0" y="0"/>
                </a:moveTo>
                <a:lnTo>
                  <a:pt x="6185570" y="0"/>
                </a:lnTo>
                <a:lnTo>
                  <a:pt x="6185570" y="5713218"/>
                </a:lnTo>
                <a:lnTo>
                  <a:pt x="0" y="5713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200000">
            <a:off x="-1095855" y="2137953"/>
            <a:ext cx="6325037" cy="5842034"/>
          </a:xfrm>
          <a:custGeom>
            <a:avLst/>
            <a:gdLst/>
            <a:ahLst/>
            <a:cxnLst/>
            <a:rect r="r" b="b" t="t" l="l"/>
            <a:pathLst>
              <a:path h="5842034" w="6325037">
                <a:moveTo>
                  <a:pt x="0" y="0"/>
                </a:moveTo>
                <a:lnTo>
                  <a:pt x="6325038" y="0"/>
                </a:lnTo>
                <a:lnTo>
                  <a:pt x="6325038" y="5842034"/>
                </a:lnTo>
                <a:lnTo>
                  <a:pt x="0" y="5842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5873" y="9338726"/>
            <a:ext cx="6185571" cy="5713218"/>
          </a:xfrm>
          <a:custGeom>
            <a:avLst/>
            <a:gdLst/>
            <a:ahLst/>
            <a:cxnLst/>
            <a:rect r="r" b="b" t="t" l="l"/>
            <a:pathLst>
              <a:path h="5713218" w="6185571">
                <a:moveTo>
                  <a:pt x="0" y="0"/>
                </a:moveTo>
                <a:lnTo>
                  <a:pt x="6185571" y="0"/>
                </a:lnTo>
                <a:lnTo>
                  <a:pt x="6185571" y="5713218"/>
                </a:lnTo>
                <a:lnTo>
                  <a:pt x="0" y="5713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200000">
            <a:off x="210361" y="8995198"/>
            <a:ext cx="6325037" cy="5842034"/>
          </a:xfrm>
          <a:custGeom>
            <a:avLst/>
            <a:gdLst/>
            <a:ahLst/>
            <a:cxnLst/>
            <a:rect r="r" b="b" t="t" l="l"/>
            <a:pathLst>
              <a:path h="5842034" w="6325037">
                <a:moveTo>
                  <a:pt x="0" y="0"/>
                </a:moveTo>
                <a:lnTo>
                  <a:pt x="6325037" y="0"/>
                </a:lnTo>
                <a:lnTo>
                  <a:pt x="6325037" y="5842034"/>
                </a:lnTo>
                <a:lnTo>
                  <a:pt x="0" y="5842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98222" y="-4295338"/>
            <a:ext cx="6185571" cy="5713218"/>
          </a:xfrm>
          <a:custGeom>
            <a:avLst/>
            <a:gdLst/>
            <a:ahLst/>
            <a:cxnLst/>
            <a:rect r="r" b="b" t="t" l="l"/>
            <a:pathLst>
              <a:path h="5713218" w="6185571">
                <a:moveTo>
                  <a:pt x="0" y="0"/>
                </a:moveTo>
                <a:lnTo>
                  <a:pt x="6185571" y="0"/>
                </a:lnTo>
                <a:lnTo>
                  <a:pt x="6185571" y="5713218"/>
                </a:lnTo>
                <a:lnTo>
                  <a:pt x="0" y="5713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200000">
            <a:off x="2162710" y="-4638866"/>
            <a:ext cx="6325037" cy="5842034"/>
          </a:xfrm>
          <a:custGeom>
            <a:avLst/>
            <a:gdLst/>
            <a:ahLst/>
            <a:cxnLst/>
            <a:rect r="r" b="b" t="t" l="l"/>
            <a:pathLst>
              <a:path h="5842034" w="6325037">
                <a:moveTo>
                  <a:pt x="0" y="0"/>
                </a:moveTo>
                <a:lnTo>
                  <a:pt x="6325037" y="0"/>
                </a:lnTo>
                <a:lnTo>
                  <a:pt x="6325037" y="5842034"/>
                </a:lnTo>
                <a:lnTo>
                  <a:pt x="0" y="5842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738055" y="8114155"/>
            <a:ext cx="1515157" cy="1399454"/>
          </a:xfrm>
          <a:custGeom>
            <a:avLst/>
            <a:gdLst/>
            <a:ahLst/>
            <a:cxnLst/>
            <a:rect r="r" b="b" t="t" l="l"/>
            <a:pathLst>
              <a:path h="1399454" w="1515157">
                <a:moveTo>
                  <a:pt x="0" y="0"/>
                </a:moveTo>
                <a:lnTo>
                  <a:pt x="1515157" y="0"/>
                </a:lnTo>
                <a:lnTo>
                  <a:pt x="1515157" y="1399454"/>
                </a:lnTo>
                <a:lnTo>
                  <a:pt x="0" y="1399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200000">
            <a:off x="-795744" y="8030008"/>
            <a:ext cx="1549319" cy="1431008"/>
          </a:xfrm>
          <a:custGeom>
            <a:avLst/>
            <a:gdLst/>
            <a:ahLst/>
            <a:cxnLst/>
            <a:rect r="r" b="b" t="t" l="l"/>
            <a:pathLst>
              <a:path h="1431008" w="1549319">
                <a:moveTo>
                  <a:pt x="0" y="0"/>
                </a:moveTo>
                <a:lnTo>
                  <a:pt x="1549320" y="0"/>
                </a:lnTo>
                <a:lnTo>
                  <a:pt x="1549320" y="1431008"/>
                </a:lnTo>
                <a:lnTo>
                  <a:pt x="0" y="14310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7200000">
            <a:off x="7638042" y="5350922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0" y="0"/>
                </a:lnTo>
                <a:lnTo>
                  <a:pt x="822430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7200000">
            <a:off x="7462278" y="5225186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7200000">
            <a:off x="7462278" y="7375194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7200000">
            <a:off x="7652778" y="7565694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793032" y="3281869"/>
            <a:ext cx="8334764" cy="836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5"/>
              </a:lnSpc>
            </a:pPr>
            <a:r>
              <a:rPr lang="en-US" sz="5221" spc="151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Explainable predictions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93032" y="5248544"/>
            <a:ext cx="8687891" cy="907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58"/>
              </a:lnSpc>
            </a:pPr>
            <a:r>
              <a:rPr lang="en-US" sz="5627" spc="163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Bias prevention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7200000">
            <a:off x="7492694" y="3305210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7200000">
            <a:off x="7683194" y="3495710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793032" y="7342328"/>
            <a:ext cx="6922253" cy="907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58"/>
              </a:lnSpc>
            </a:pPr>
            <a:r>
              <a:rPr lang="en-US" sz="5627" spc="163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Result reliability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05591" y="1351205"/>
            <a:ext cx="6724417" cy="1121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8"/>
              </a:lnSpc>
            </a:pPr>
            <a:r>
              <a:rPr lang="en-US" sz="6921" spc="200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Transparency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78853" y="-586367"/>
            <a:ext cx="3247095" cy="2999135"/>
          </a:xfrm>
          <a:custGeom>
            <a:avLst/>
            <a:gdLst/>
            <a:ahLst/>
            <a:cxnLst/>
            <a:rect r="r" b="b" t="t" l="l"/>
            <a:pathLst>
              <a:path h="2999135" w="3247095">
                <a:moveTo>
                  <a:pt x="0" y="0"/>
                </a:moveTo>
                <a:lnTo>
                  <a:pt x="3247095" y="0"/>
                </a:lnTo>
                <a:lnTo>
                  <a:pt x="3247095" y="2999135"/>
                </a:lnTo>
                <a:lnTo>
                  <a:pt x="0" y="2999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200000">
            <a:off x="2383379" y="-504678"/>
            <a:ext cx="3320308" cy="3066757"/>
          </a:xfrm>
          <a:custGeom>
            <a:avLst/>
            <a:gdLst/>
            <a:ahLst/>
            <a:cxnLst/>
            <a:rect r="r" b="b" t="t" l="l"/>
            <a:pathLst>
              <a:path h="3066757" w="3320308">
                <a:moveTo>
                  <a:pt x="0" y="0"/>
                </a:moveTo>
                <a:lnTo>
                  <a:pt x="3320307" y="0"/>
                </a:lnTo>
                <a:lnTo>
                  <a:pt x="3320307" y="3066756"/>
                </a:lnTo>
                <a:lnTo>
                  <a:pt x="0" y="30667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9108" y="-480062"/>
            <a:ext cx="1184466" cy="1094015"/>
          </a:xfrm>
          <a:custGeom>
            <a:avLst/>
            <a:gdLst/>
            <a:ahLst/>
            <a:cxnLst/>
            <a:rect r="r" b="b" t="t" l="l"/>
            <a:pathLst>
              <a:path h="1094015" w="1184466">
                <a:moveTo>
                  <a:pt x="0" y="0"/>
                </a:moveTo>
                <a:lnTo>
                  <a:pt x="1184466" y="0"/>
                </a:lnTo>
                <a:lnTo>
                  <a:pt x="1184466" y="1094016"/>
                </a:lnTo>
                <a:lnTo>
                  <a:pt x="0" y="1094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200000">
            <a:off x="797804" y="-450264"/>
            <a:ext cx="1211172" cy="1118682"/>
          </a:xfrm>
          <a:custGeom>
            <a:avLst/>
            <a:gdLst/>
            <a:ahLst/>
            <a:cxnLst/>
            <a:rect r="r" b="b" t="t" l="l"/>
            <a:pathLst>
              <a:path h="1118682" w="1211172">
                <a:moveTo>
                  <a:pt x="0" y="0"/>
                </a:moveTo>
                <a:lnTo>
                  <a:pt x="1211171" y="0"/>
                </a:lnTo>
                <a:lnTo>
                  <a:pt x="1211171" y="1118683"/>
                </a:lnTo>
                <a:lnTo>
                  <a:pt x="0" y="11186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12145" y="5172342"/>
            <a:ext cx="6026465" cy="5566263"/>
          </a:xfrm>
          <a:custGeom>
            <a:avLst/>
            <a:gdLst/>
            <a:ahLst/>
            <a:cxnLst/>
            <a:rect r="r" b="b" t="t" l="l"/>
            <a:pathLst>
              <a:path h="5566263" w="6026465">
                <a:moveTo>
                  <a:pt x="0" y="0"/>
                </a:moveTo>
                <a:lnTo>
                  <a:pt x="6026466" y="0"/>
                </a:lnTo>
                <a:lnTo>
                  <a:pt x="6026466" y="5566263"/>
                </a:lnTo>
                <a:lnTo>
                  <a:pt x="0" y="55662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200000">
            <a:off x="1349353" y="5323952"/>
            <a:ext cx="6162345" cy="5691766"/>
          </a:xfrm>
          <a:custGeom>
            <a:avLst/>
            <a:gdLst/>
            <a:ahLst/>
            <a:cxnLst/>
            <a:rect r="r" b="b" t="t" l="l"/>
            <a:pathLst>
              <a:path h="5691766" w="6162345">
                <a:moveTo>
                  <a:pt x="0" y="0"/>
                </a:moveTo>
                <a:lnTo>
                  <a:pt x="6162345" y="0"/>
                </a:lnTo>
                <a:lnTo>
                  <a:pt x="6162345" y="5691765"/>
                </a:lnTo>
                <a:lnTo>
                  <a:pt x="0" y="56917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461066" y="5369639"/>
            <a:ext cx="2198316" cy="2030444"/>
          </a:xfrm>
          <a:custGeom>
            <a:avLst/>
            <a:gdLst/>
            <a:ahLst/>
            <a:cxnLst/>
            <a:rect r="r" b="b" t="t" l="l"/>
            <a:pathLst>
              <a:path h="2030444" w="2198316">
                <a:moveTo>
                  <a:pt x="0" y="0"/>
                </a:moveTo>
                <a:lnTo>
                  <a:pt x="2198315" y="0"/>
                </a:lnTo>
                <a:lnTo>
                  <a:pt x="2198315" y="2030445"/>
                </a:lnTo>
                <a:lnTo>
                  <a:pt x="0" y="20304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200000">
            <a:off x="-1593405" y="5424943"/>
            <a:ext cx="2247882" cy="2076225"/>
          </a:xfrm>
          <a:custGeom>
            <a:avLst/>
            <a:gdLst/>
            <a:ahLst/>
            <a:cxnLst/>
            <a:rect r="r" b="b" t="t" l="l"/>
            <a:pathLst>
              <a:path h="2076225" w="2247882">
                <a:moveTo>
                  <a:pt x="0" y="0"/>
                </a:moveTo>
                <a:lnTo>
                  <a:pt x="2247882" y="0"/>
                </a:lnTo>
                <a:lnTo>
                  <a:pt x="2247882" y="2076225"/>
                </a:lnTo>
                <a:lnTo>
                  <a:pt x="0" y="207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842695" y="3819447"/>
            <a:ext cx="7475046" cy="2493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20"/>
              </a:lnSpc>
            </a:pPr>
            <a:r>
              <a:rPr lang="en-US" sz="7689" spc="223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Thank you</a:t>
            </a:r>
          </a:p>
          <a:p>
            <a:pPr algn="ctr">
              <a:lnSpc>
                <a:spcPts val="9920"/>
              </a:lnSpc>
              <a:spcBef>
                <a:spcPct val="0"/>
              </a:spcBef>
            </a:pPr>
            <a:r>
              <a:rPr lang="en-US" sz="7689" spc="223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for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DAHDxEv4pR8</dc:identifier>
  <dcterms:modified xsi:type="dcterms:W3CDTF">2011-08-01T06:04:30Z</dcterms:modified>
  <cp:revision>1</cp:revision>
  <dc:title>SMART-JAM</dc:title>
</cp:coreProperties>
</file>