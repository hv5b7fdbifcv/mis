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</p:sldMasterIdLst>
  <p:sldIdLst>
    <p:sldId id="256" r:id="rId2"/>
    <p:sldId id="261" r:id="rId3"/>
    <p:sldId id="257" r:id="rId4"/>
    <p:sldId id="260" r:id="rId5"/>
    <p:sldId id="258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841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05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336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82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70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45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532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957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67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ov a p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88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nuka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4793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s náz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730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s názvom ponu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7062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alebo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103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741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29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sk-SK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52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EA940500-60FB-D543-D0F0-1E97AAF55E7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" r="4682" b="-1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F1B51C7-F2D6-CC9B-675C-62FD2D2DD1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k-SK" b="1"/>
              <a:t>Model Data Visualisation</a:t>
            </a:r>
            <a:endParaRPr lang="sk-SK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4CDBD5E-B30D-4D5A-614C-3AAE9E6E5E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sk-SK"/>
              <a:t>Team SMART-JAM</a:t>
            </a:r>
          </a:p>
        </p:txBody>
      </p:sp>
      <p:pic>
        <p:nvPicPr>
          <p:cNvPr id="65" name="Picture 12" descr="Smart-Jam Logo">
            <a:extLst>
              <a:ext uri="{FF2B5EF4-FFF2-40B4-BE49-F238E27FC236}">
                <a16:creationId xmlns:a16="http://schemas.microsoft.com/office/drawing/2014/main" id="{07489AFD-98BF-8612-7E08-FC881866B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8743" y="5909374"/>
            <a:ext cx="708252" cy="733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68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234F76-5BF2-B21B-0511-D51955A1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725" y="572298"/>
            <a:ext cx="8911687" cy="1280890"/>
          </a:xfrm>
        </p:spPr>
        <p:txBody>
          <a:bodyPr>
            <a:norm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sk-SK" sz="2400" b="1" dirty="0" err="1"/>
              <a:t>Using</a:t>
            </a:r>
            <a:r>
              <a:rPr lang="sk-SK" sz="2400" b="1" dirty="0"/>
              <a:t> most </a:t>
            </a:r>
            <a:r>
              <a:rPr lang="sk-SK" sz="2400" b="1" dirty="0" err="1"/>
              <a:t>up</a:t>
            </a:r>
            <a:r>
              <a:rPr lang="sk-SK" sz="2400" b="1" dirty="0"/>
              <a:t>-to </a:t>
            </a:r>
            <a:r>
              <a:rPr lang="sk-SK" sz="2400" b="1" dirty="0" err="1"/>
              <a:t>date</a:t>
            </a:r>
            <a:r>
              <a:rPr lang="sk-SK" sz="2400" b="1" dirty="0"/>
              <a:t> </a:t>
            </a:r>
            <a:r>
              <a:rPr lang="sk-SK" sz="2400" b="1" dirty="0" err="1"/>
              <a:t>data</a:t>
            </a:r>
            <a:r>
              <a:rPr lang="sk-SK" sz="2400" b="1" dirty="0"/>
              <a:t> </a:t>
            </a:r>
            <a:r>
              <a:rPr lang="sk-SK" sz="2400" b="1" dirty="0" err="1"/>
              <a:t>we</a:t>
            </a:r>
            <a:r>
              <a:rPr lang="sk-SK" sz="2400" b="1" dirty="0"/>
              <a:t> </a:t>
            </a:r>
            <a:r>
              <a:rPr lang="sk-SK" sz="2400" b="1" dirty="0" err="1"/>
              <a:t>plan</a:t>
            </a:r>
            <a:r>
              <a:rPr lang="sk-SK" sz="2400" b="1" dirty="0"/>
              <a:t> to </a:t>
            </a:r>
            <a:r>
              <a:rPr lang="sk-SK" sz="2400" b="1" dirty="0" err="1"/>
              <a:t>determine</a:t>
            </a:r>
            <a:r>
              <a:rPr lang="sk-SK" sz="2400" b="1" dirty="0"/>
              <a:t> most </a:t>
            </a:r>
            <a:r>
              <a:rPr lang="sk-SK" sz="2400" b="1" dirty="0" err="1"/>
              <a:t>efficient</a:t>
            </a:r>
            <a:r>
              <a:rPr lang="sk-SK" sz="2400" b="1" dirty="0"/>
              <a:t> </a:t>
            </a:r>
            <a:r>
              <a:rPr lang="sk-SK" sz="2400" b="1" dirty="0" err="1"/>
              <a:t>routes</a:t>
            </a:r>
            <a:endParaRPr lang="sk-SK" sz="2400" b="1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56DBEF24-AE88-1357-3291-87B862FE8E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23274" y="1994652"/>
            <a:ext cx="8516126" cy="1563819"/>
          </a:xfrm>
          <a:prstGeom prst="rect">
            <a:avLst/>
          </a:prstGeom>
          <a:noFill/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C1D8625C-326D-887E-06FE-083FAF5A5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274" y="3558471"/>
            <a:ext cx="8516126" cy="1332959"/>
          </a:xfrm>
          <a:prstGeom prst="rect">
            <a:avLst/>
          </a:prstGeom>
        </p:spPr>
      </p:pic>
      <p:pic>
        <p:nvPicPr>
          <p:cNvPr id="10" name="Obrázok 9">
            <a:extLst>
              <a:ext uri="{FF2B5EF4-FFF2-40B4-BE49-F238E27FC236}">
                <a16:creationId xmlns:a16="http://schemas.microsoft.com/office/drawing/2014/main" id="{55799CD6-D874-BF1B-EF55-783C4D603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3274" y="4891430"/>
            <a:ext cx="8538591" cy="1876918"/>
          </a:xfrm>
          <a:prstGeom prst="rect">
            <a:avLst/>
          </a:prstGeom>
        </p:spPr>
      </p:pic>
      <p:pic>
        <p:nvPicPr>
          <p:cNvPr id="5" name="Picture 12" descr="Smart-Jam Logo">
            <a:extLst>
              <a:ext uri="{FF2B5EF4-FFF2-40B4-BE49-F238E27FC236}">
                <a16:creationId xmlns:a16="http://schemas.microsoft.com/office/drawing/2014/main" id="{D3A0C491-D178-F3C8-439E-7E7B218ED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8743" y="5909374"/>
            <a:ext cx="708252" cy="733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2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6831841-1B7B-4B9A-CE85-E30286EA1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035" y="712401"/>
            <a:ext cx="3348070" cy="4851349"/>
          </a:xfrm>
        </p:spPr>
        <p:txBody>
          <a:bodyPr>
            <a:normAutofit/>
          </a:bodyPr>
          <a:lstStyle/>
          <a:p>
            <a:r>
              <a:rPr lang="sk-SK" sz="4400" b="1"/>
              <a:t>Congestion levels</a:t>
            </a:r>
            <a:endParaRPr lang="sk-SK" sz="4400" b="1" dirty="0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sk-SK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7614835-950B-826B-4134-3E7002A8D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2080" y="712400"/>
            <a:ext cx="6224244" cy="4851350"/>
          </a:xfrm>
        </p:spPr>
        <p:txBody>
          <a:bodyPr>
            <a:normAutofit/>
          </a:bodyPr>
          <a:lstStyle/>
          <a:p>
            <a:r>
              <a:rPr lang="sk-SK" sz="2400"/>
              <a:t>Congestion in Košice and Bratislava</a:t>
            </a:r>
          </a:p>
          <a:p>
            <a:r>
              <a:rPr lang="sk-SK"/>
              <a:t>(Congestion level of 20 = trips take about 20% longer as opposed to free-flow traffic trips) </a:t>
            </a:r>
            <a:endParaRPr lang="sk-SK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6F421160-2F77-FFF5-B7FD-5A2BB9125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949" y="2064518"/>
            <a:ext cx="5719772" cy="3138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EAC648-9B4C-B10E-3783-410B351FA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2" y="2324468"/>
            <a:ext cx="6588670" cy="4085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12" descr="Smart-Jam Logo">
            <a:extLst>
              <a:ext uri="{FF2B5EF4-FFF2-40B4-BE49-F238E27FC236}">
                <a16:creationId xmlns:a16="http://schemas.microsoft.com/office/drawing/2014/main" id="{C4B35D7F-C1FA-ED96-0CAC-F774E1681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8743" y="5909374"/>
            <a:ext cx="708252" cy="733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844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35A31-15BE-C1C7-C315-F9B1EEA51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F849B57-A95F-78E0-73E0-98C691BCA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2BD1E41-884C-7D78-B93D-903869210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035" y="712401"/>
            <a:ext cx="3348070" cy="4851349"/>
          </a:xfrm>
        </p:spPr>
        <p:txBody>
          <a:bodyPr>
            <a:normAutofit/>
          </a:bodyPr>
          <a:lstStyle/>
          <a:p>
            <a:r>
              <a:rPr lang="sk-SK" sz="4400" b="1" dirty="0" err="1"/>
              <a:t>From</a:t>
            </a:r>
            <a:r>
              <a:rPr lang="sk-SK" sz="4400" b="1" dirty="0"/>
              <a:t> </a:t>
            </a:r>
            <a:r>
              <a:rPr lang="sk-SK" sz="4400" b="1" dirty="0" err="1"/>
              <a:t>data</a:t>
            </a:r>
            <a:r>
              <a:rPr lang="sk-SK" sz="4400" b="1" dirty="0"/>
              <a:t> to </a:t>
            </a:r>
            <a:r>
              <a:rPr lang="sk-SK" sz="4400" b="1" dirty="0" err="1"/>
              <a:t>predictions</a:t>
            </a:r>
            <a:endParaRPr lang="sk-SK" sz="4400" b="1" dirty="0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76B96A40-B34D-FD60-1EF9-DEFCE06C3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sk-SK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9D0A537-3BB3-6292-FC72-C3998F434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3223" y="382818"/>
            <a:ext cx="6224244" cy="4851350"/>
          </a:xfrm>
        </p:spPr>
        <p:txBody>
          <a:bodyPr>
            <a:normAutofit/>
          </a:bodyPr>
          <a:lstStyle/>
          <a:p>
            <a:r>
              <a:rPr lang="sk-SK" sz="2400" dirty="0" err="1"/>
              <a:t>Our</a:t>
            </a:r>
            <a:r>
              <a:rPr lang="sk-SK" sz="2400" dirty="0"/>
              <a:t> </a:t>
            </a:r>
            <a:r>
              <a:rPr lang="sk-SK" sz="2400" dirty="0" err="1"/>
              <a:t>goal</a:t>
            </a:r>
            <a:r>
              <a:rPr lang="sk-SK" sz="2400" dirty="0"/>
              <a:t> – </a:t>
            </a:r>
            <a:r>
              <a:rPr lang="sk-SK" sz="2400" dirty="0" err="1"/>
              <a:t>use</a:t>
            </a:r>
            <a:r>
              <a:rPr lang="sk-SK" sz="2400" dirty="0"/>
              <a:t> </a:t>
            </a:r>
            <a:r>
              <a:rPr lang="sk-SK" sz="2400" dirty="0" err="1"/>
              <a:t>real</a:t>
            </a:r>
            <a:r>
              <a:rPr lang="sk-SK" sz="2400" dirty="0"/>
              <a:t> </a:t>
            </a:r>
            <a:r>
              <a:rPr lang="sk-SK" sz="2400" dirty="0" err="1"/>
              <a:t>time</a:t>
            </a:r>
            <a:r>
              <a:rPr lang="sk-SK" sz="2400" dirty="0"/>
              <a:t> </a:t>
            </a:r>
            <a:r>
              <a:rPr lang="sk-SK" sz="2400" dirty="0" err="1"/>
              <a:t>data</a:t>
            </a:r>
            <a:r>
              <a:rPr lang="sk-SK" sz="2400" dirty="0"/>
              <a:t> to </a:t>
            </a:r>
            <a:r>
              <a:rPr lang="sk-SK" sz="2400" dirty="0" err="1"/>
              <a:t>make</a:t>
            </a:r>
            <a:r>
              <a:rPr lang="sk-SK" sz="2400" dirty="0"/>
              <a:t> </a:t>
            </a:r>
            <a:r>
              <a:rPr lang="sk-SK" sz="2400" dirty="0" err="1"/>
              <a:t>hasty</a:t>
            </a:r>
            <a:r>
              <a:rPr lang="sk-SK" sz="2400" dirty="0"/>
              <a:t> </a:t>
            </a:r>
            <a:r>
              <a:rPr lang="sk-SK" sz="2400" dirty="0" err="1"/>
              <a:t>predictions</a:t>
            </a:r>
            <a:r>
              <a:rPr lang="sk-SK" sz="2400" dirty="0"/>
              <a:t> and </a:t>
            </a:r>
            <a:r>
              <a:rPr lang="sk-SK" sz="2400" dirty="0" err="1"/>
              <a:t>satisfy</a:t>
            </a:r>
            <a:r>
              <a:rPr lang="sk-SK" sz="2400" dirty="0"/>
              <a:t> </a:t>
            </a:r>
            <a:r>
              <a:rPr lang="sk-SK" sz="2400" dirty="0" err="1"/>
              <a:t>users</a:t>
            </a:r>
            <a:endParaRPr lang="sk-SK" sz="2400" dirty="0"/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804A6544-6273-638F-BF2C-659EE716E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41" y="3381902"/>
            <a:ext cx="6219329" cy="2894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Obrázok 13">
            <a:extLst>
              <a:ext uri="{FF2B5EF4-FFF2-40B4-BE49-F238E27FC236}">
                <a16:creationId xmlns:a16="http://schemas.microsoft.com/office/drawing/2014/main" id="{2F4E16B1-D251-1A54-4D57-D014CF1CC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943" y="1623832"/>
            <a:ext cx="6060716" cy="2654421"/>
          </a:xfrm>
          <a:prstGeom prst="rect">
            <a:avLst/>
          </a:prstGeom>
        </p:spPr>
      </p:pic>
      <p:pic>
        <p:nvPicPr>
          <p:cNvPr id="1036" name="Picture 12" descr="Smart-Jam Logo">
            <a:extLst>
              <a:ext uri="{FF2B5EF4-FFF2-40B4-BE49-F238E27FC236}">
                <a16:creationId xmlns:a16="http://schemas.microsoft.com/office/drawing/2014/main" id="{D6DE1750-60C3-C777-D7F6-439C9D104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8743" y="5909374"/>
            <a:ext cx="708252" cy="733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8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9E58ACB7-6336-7598-49BE-7B60A1DF1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5827"/>
            <a:ext cx="5731510" cy="493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36AB3BD-D35B-88D8-225C-FB1A806DC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17" y="3204414"/>
            <a:ext cx="7014554" cy="349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12" descr="Smart-Jam Logo">
            <a:extLst>
              <a:ext uri="{FF2B5EF4-FFF2-40B4-BE49-F238E27FC236}">
                <a16:creationId xmlns:a16="http://schemas.microsoft.com/office/drawing/2014/main" id="{5541E837-350E-AEF7-B6E4-E550B249E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8743" y="5909374"/>
            <a:ext cx="708252" cy="733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732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F28E86-6E6E-9334-50CD-52F9191C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620485"/>
            <a:ext cx="9410700" cy="3298371"/>
          </a:xfrm>
        </p:spPr>
        <p:txBody>
          <a:bodyPr/>
          <a:lstStyle/>
          <a:p>
            <a:pPr algn="ctr"/>
            <a:r>
              <a:rPr lang="sk-SK" b="1" dirty="0" err="1"/>
              <a:t>Thank</a:t>
            </a:r>
            <a:r>
              <a:rPr lang="sk-SK" b="1" dirty="0"/>
              <a:t> </a:t>
            </a:r>
            <a:r>
              <a:rPr lang="sk-SK" b="1" dirty="0" err="1"/>
              <a:t>you</a:t>
            </a:r>
            <a:r>
              <a:rPr lang="sk-SK" b="1" dirty="0"/>
              <a:t> </a:t>
            </a:r>
            <a:r>
              <a:rPr lang="sk-SK" b="1" dirty="0" err="1"/>
              <a:t>for</a:t>
            </a:r>
            <a:r>
              <a:rPr lang="sk-SK" b="1" dirty="0"/>
              <a:t> </a:t>
            </a:r>
            <a:r>
              <a:rPr lang="sk-SK" b="1" dirty="0" err="1"/>
              <a:t>your</a:t>
            </a:r>
            <a:r>
              <a:rPr lang="sk-SK" b="1" dirty="0"/>
              <a:t> </a:t>
            </a:r>
            <a:r>
              <a:rPr lang="sk-SK" b="1"/>
              <a:t>attention</a:t>
            </a:r>
            <a:endParaRPr lang="sk-SK" b="1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355C447-80A8-04F2-2B1F-5C745BFF8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4" name="Picture 12" descr="Smart-Jam Logo">
            <a:extLst>
              <a:ext uri="{FF2B5EF4-FFF2-40B4-BE49-F238E27FC236}">
                <a16:creationId xmlns:a16="http://schemas.microsoft.com/office/drawing/2014/main" id="{21DCCE3E-4FE3-3C5D-789F-85ABA691D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471" y="3468991"/>
            <a:ext cx="1709057" cy="177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224088"/>
      </p:ext>
    </p:extLst>
  </p:cSld>
  <p:clrMapOvr>
    <a:masterClrMapping/>
  </p:clrMapOvr>
</p:sld>
</file>

<file path=ppt/theme/theme1.xml><?xml version="1.0" encoding="utf-8"?>
<a:theme xmlns:a="http://schemas.openxmlformats.org/drawingml/2006/main" name="Dym">
  <a:themeElements>
    <a:clrScheme name="Dym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Dym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ym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198</TotalTime>
  <Words>66</Words>
  <Application>Microsoft Office PowerPoint</Application>
  <PresentationFormat>Širokouhlá</PresentationFormat>
  <Paragraphs>9</Paragraphs>
  <Slides>6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Dym</vt:lpstr>
      <vt:lpstr>Model Data Visualisation</vt:lpstr>
      <vt:lpstr>Using most up-to date data we plan to determine most efficient routes</vt:lpstr>
      <vt:lpstr>Congestion levels</vt:lpstr>
      <vt:lpstr>From data to predictions</vt:lpstr>
      <vt:lpstr>Prezentácia programu PowerPoint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Mgr. Alena Buková PhD., univer. docent</dc:creator>
  <cp:lastModifiedBy>Mgr. Alena Buková PhD., univer. docent</cp:lastModifiedBy>
  <cp:revision>3</cp:revision>
  <dcterms:created xsi:type="dcterms:W3CDTF">2026-03-05T16:34:20Z</dcterms:created>
  <dcterms:modified xsi:type="dcterms:W3CDTF">2026-03-05T19:52:46Z</dcterms:modified>
</cp:coreProperties>
</file>