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Now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34964" y="-2597707"/>
            <a:ext cx="6012827" cy="5553666"/>
          </a:xfrm>
          <a:custGeom>
            <a:avLst/>
            <a:gdLst/>
            <a:ahLst/>
            <a:cxnLst/>
            <a:rect r="r" b="b" t="t" l="l"/>
            <a:pathLst>
              <a:path h="5553666" w="6012827">
                <a:moveTo>
                  <a:pt x="0" y="0"/>
                </a:moveTo>
                <a:lnTo>
                  <a:pt x="6012827" y="0"/>
                </a:lnTo>
                <a:lnTo>
                  <a:pt x="6012827" y="5553666"/>
                </a:lnTo>
                <a:lnTo>
                  <a:pt x="0" y="5553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51098" y="-2122255"/>
            <a:ext cx="6098110" cy="5632436"/>
          </a:xfrm>
          <a:custGeom>
            <a:avLst/>
            <a:gdLst/>
            <a:ahLst/>
            <a:cxnLst/>
            <a:rect r="r" b="b" t="t" l="l"/>
            <a:pathLst>
              <a:path h="5632436" w="6098110">
                <a:moveTo>
                  <a:pt x="0" y="0"/>
                </a:moveTo>
                <a:lnTo>
                  <a:pt x="6098110" y="0"/>
                </a:lnTo>
                <a:lnTo>
                  <a:pt x="6098110" y="5632436"/>
                </a:lnTo>
                <a:lnTo>
                  <a:pt x="0" y="5632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73027" y="4368416"/>
            <a:ext cx="6009088" cy="160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4"/>
              </a:lnSpc>
            </a:pPr>
            <a:r>
              <a:rPr lang="en-US" sz="7685" spc="222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SMART-JAM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785457" y="1687034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1" y="0"/>
                </a:lnTo>
                <a:lnTo>
                  <a:pt x="6185571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200000">
            <a:off x="-1020969" y="653398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7" y="0"/>
                </a:lnTo>
                <a:lnTo>
                  <a:pt x="6325037" y="5842034"/>
                </a:lnTo>
                <a:lnTo>
                  <a:pt x="0" y="5842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200000">
            <a:off x="13847170" y="6326321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7" y="0"/>
                </a:lnTo>
                <a:lnTo>
                  <a:pt x="6325037" y="5842035"/>
                </a:lnTo>
                <a:lnTo>
                  <a:pt x="0" y="5842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182115" y="6583461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0" y="0"/>
                </a:lnTo>
                <a:lnTo>
                  <a:pt x="6185570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41150" y="5925874"/>
            <a:ext cx="3998309" cy="86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1"/>
              </a:lnSpc>
              <a:spcBef>
                <a:spcPct val="0"/>
              </a:spcBef>
            </a:pPr>
            <a:r>
              <a:rPr lang="en-US" sz="5388" spc="156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gantt chart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891520" y="7472703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1" y="0"/>
                </a:lnTo>
                <a:lnTo>
                  <a:pt x="6185571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7200000">
            <a:off x="3629044" y="8065863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7" y="0"/>
                </a:lnTo>
                <a:lnTo>
                  <a:pt x="6325037" y="5842034"/>
                </a:lnTo>
                <a:lnTo>
                  <a:pt x="0" y="58420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60342" y="2481481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0" y="0"/>
                </a:lnTo>
                <a:lnTo>
                  <a:pt x="6185570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200000">
            <a:off x="-1095855" y="2137953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8" y="0"/>
                </a:lnTo>
                <a:lnTo>
                  <a:pt x="6325038" y="5842034"/>
                </a:lnTo>
                <a:lnTo>
                  <a:pt x="0" y="5842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200000">
            <a:off x="9748799" y="3568562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00000">
            <a:off x="9588715" y="3686502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0" y="0"/>
                </a:lnTo>
                <a:lnTo>
                  <a:pt x="822430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200000">
            <a:off x="9718383" y="5684643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200000">
            <a:off x="9908883" y="5875143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200000">
            <a:off x="9748799" y="1614660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200000">
            <a:off x="9939299" y="1805160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518040" y="4058040"/>
            <a:ext cx="6528698" cy="249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4"/>
              </a:lnSpc>
            </a:pPr>
            <a:r>
              <a:rPr lang="en-US" sz="7685" spc="222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MAIN POINTS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49137" y="1591318"/>
            <a:ext cx="6376510" cy="83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5"/>
              </a:lnSpc>
            </a:pPr>
            <a:r>
              <a:rPr lang="en-US" sz="5221" spc="151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Research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9137" y="3557993"/>
            <a:ext cx="6114469" cy="90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627" spc="163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Data &amp;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49137" y="5651777"/>
            <a:ext cx="6114469" cy="182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627" spc="163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Build &amp; Test</a:t>
            </a:r>
          </a:p>
          <a:p>
            <a:pPr algn="l">
              <a:lnSpc>
                <a:spcPts val="7258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7200000">
            <a:off x="9718383" y="7633953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6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7200000">
            <a:off x="9908883" y="7824453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6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049137" y="7163205"/>
            <a:ext cx="6114469" cy="2736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627" spc="163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Delivery / Maintenance</a:t>
            </a:r>
          </a:p>
          <a:p>
            <a:pPr algn="l">
              <a:lnSpc>
                <a:spcPts val="725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97914"/>
            <a:ext cx="19342921" cy="9091173"/>
          </a:xfrm>
          <a:custGeom>
            <a:avLst/>
            <a:gdLst/>
            <a:ahLst/>
            <a:cxnLst/>
            <a:rect r="r" b="b" t="t" l="l"/>
            <a:pathLst>
              <a:path h="9091173" w="19342921">
                <a:moveTo>
                  <a:pt x="0" y="0"/>
                </a:moveTo>
                <a:lnTo>
                  <a:pt x="19342921" y="0"/>
                </a:lnTo>
                <a:lnTo>
                  <a:pt x="19342921" y="9091172"/>
                </a:lnTo>
                <a:lnTo>
                  <a:pt x="0" y="9091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49448" y="41848"/>
            <a:ext cx="3247095" cy="2999135"/>
          </a:xfrm>
          <a:custGeom>
            <a:avLst/>
            <a:gdLst/>
            <a:ahLst/>
            <a:cxnLst/>
            <a:rect r="r" b="b" t="t" l="l"/>
            <a:pathLst>
              <a:path h="2999135" w="3247095">
                <a:moveTo>
                  <a:pt x="0" y="0"/>
                </a:moveTo>
                <a:lnTo>
                  <a:pt x="3247095" y="0"/>
                </a:lnTo>
                <a:lnTo>
                  <a:pt x="3247095" y="2999135"/>
                </a:lnTo>
                <a:lnTo>
                  <a:pt x="0" y="2999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200000">
            <a:off x="2553974" y="123536"/>
            <a:ext cx="3320308" cy="3066757"/>
          </a:xfrm>
          <a:custGeom>
            <a:avLst/>
            <a:gdLst/>
            <a:ahLst/>
            <a:cxnLst/>
            <a:rect r="r" b="b" t="t" l="l"/>
            <a:pathLst>
              <a:path h="3066757" w="3320308">
                <a:moveTo>
                  <a:pt x="0" y="0"/>
                </a:moveTo>
                <a:lnTo>
                  <a:pt x="3320307" y="0"/>
                </a:lnTo>
                <a:lnTo>
                  <a:pt x="3320307" y="3066757"/>
                </a:lnTo>
                <a:lnTo>
                  <a:pt x="0" y="3066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200000">
            <a:off x="-901304" y="4522405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7" y="0"/>
                </a:lnTo>
                <a:lnTo>
                  <a:pt x="6325037" y="5842034"/>
                </a:lnTo>
                <a:lnTo>
                  <a:pt x="0" y="5842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101" y="3955897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0" y="0"/>
                </a:lnTo>
                <a:lnTo>
                  <a:pt x="6185570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1640" y="562899"/>
            <a:ext cx="1184466" cy="1094015"/>
          </a:xfrm>
          <a:custGeom>
            <a:avLst/>
            <a:gdLst/>
            <a:ahLst/>
            <a:cxnLst/>
            <a:rect r="r" b="b" t="t" l="l"/>
            <a:pathLst>
              <a:path h="1094015" w="1184466">
                <a:moveTo>
                  <a:pt x="0" y="0"/>
                </a:moveTo>
                <a:lnTo>
                  <a:pt x="1184466" y="0"/>
                </a:lnTo>
                <a:lnTo>
                  <a:pt x="1184466" y="1094015"/>
                </a:lnTo>
                <a:lnTo>
                  <a:pt x="0" y="1094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200000">
            <a:off x="800336" y="592697"/>
            <a:ext cx="1211172" cy="1118682"/>
          </a:xfrm>
          <a:custGeom>
            <a:avLst/>
            <a:gdLst/>
            <a:ahLst/>
            <a:cxnLst/>
            <a:rect r="r" b="b" t="t" l="l"/>
            <a:pathLst>
              <a:path h="1118682" w="1211172">
                <a:moveTo>
                  <a:pt x="0" y="0"/>
                </a:moveTo>
                <a:lnTo>
                  <a:pt x="1211172" y="0"/>
                </a:lnTo>
                <a:lnTo>
                  <a:pt x="1211172" y="1118682"/>
                </a:lnTo>
                <a:lnTo>
                  <a:pt x="0" y="1118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200000">
            <a:off x="6495469" y="6630883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200000">
            <a:off x="6685969" y="6821383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200000">
            <a:off x="6625138" y="4122113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7200000">
            <a:off x="6815638" y="4312613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796207">
            <a:off x="15028698" y="844789"/>
            <a:ext cx="2480762" cy="2723226"/>
          </a:xfrm>
          <a:custGeom>
            <a:avLst/>
            <a:gdLst/>
            <a:ahLst/>
            <a:cxnLst/>
            <a:rect r="r" b="b" t="t" l="l"/>
            <a:pathLst>
              <a:path h="2723226" w="2480762">
                <a:moveTo>
                  <a:pt x="0" y="0"/>
                </a:moveTo>
                <a:lnTo>
                  <a:pt x="2480762" y="0"/>
                </a:lnTo>
                <a:lnTo>
                  <a:pt x="2480762" y="2723226"/>
                </a:lnTo>
                <a:lnTo>
                  <a:pt x="0" y="27232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925476" y="4098772"/>
            <a:ext cx="9863411" cy="168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5"/>
              </a:lnSpc>
            </a:pPr>
            <a:r>
              <a:rPr lang="en-US" sz="5221" spc="151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Problem Definition &amp; Project Goals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26224" y="6598016"/>
            <a:ext cx="8908927" cy="182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627" spc="163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Market Research &amp; Competitor Review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44817" y="1085363"/>
            <a:ext cx="8843183" cy="112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8"/>
              </a:lnSpc>
            </a:pPr>
            <a:r>
              <a:rPr lang="en-US" sz="6921" spc="200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Research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955689">
            <a:off x="12898334" y="1041916"/>
            <a:ext cx="3247095" cy="2999135"/>
          </a:xfrm>
          <a:custGeom>
            <a:avLst/>
            <a:gdLst/>
            <a:ahLst/>
            <a:cxnLst/>
            <a:rect r="r" b="b" t="t" l="l"/>
            <a:pathLst>
              <a:path h="2999135" w="3247095">
                <a:moveTo>
                  <a:pt x="0" y="0"/>
                </a:moveTo>
                <a:lnTo>
                  <a:pt x="3247095" y="0"/>
                </a:lnTo>
                <a:lnTo>
                  <a:pt x="3247095" y="2999135"/>
                </a:lnTo>
                <a:lnTo>
                  <a:pt x="0" y="2999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44310">
            <a:off x="12939242" y="827632"/>
            <a:ext cx="3320308" cy="3066757"/>
          </a:xfrm>
          <a:custGeom>
            <a:avLst/>
            <a:gdLst/>
            <a:ahLst/>
            <a:cxnLst/>
            <a:rect r="r" b="b" t="t" l="l"/>
            <a:pathLst>
              <a:path h="3066757" w="3320308">
                <a:moveTo>
                  <a:pt x="0" y="0"/>
                </a:moveTo>
                <a:lnTo>
                  <a:pt x="3320308" y="0"/>
                </a:lnTo>
                <a:lnTo>
                  <a:pt x="3320308" y="3066757"/>
                </a:lnTo>
                <a:lnTo>
                  <a:pt x="0" y="3066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200000">
            <a:off x="13609042" y="4273668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7" y="0"/>
                </a:lnTo>
                <a:lnTo>
                  <a:pt x="6325037" y="5842035"/>
                </a:lnTo>
                <a:lnTo>
                  <a:pt x="0" y="5842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14772" y="3729970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1" y="0"/>
                </a:lnTo>
                <a:lnTo>
                  <a:pt x="6185571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955689">
            <a:off x="16718153" y="1320827"/>
            <a:ext cx="1184466" cy="1094015"/>
          </a:xfrm>
          <a:custGeom>
            <a:avLst/>
            <a:gdLst/>
            <a:ahLst/>
            <a:cxnLst/>
            <a:rect r="r" b="b" t="t" l="l"/>
            <a:pathLst>
              <a:path h="1094015" w="1184466">
                <a:moveTo>
                  <a:pt x="0" y="0"/>
                </a:moveTo>
                <a:lnTo>
                  <a:pt x="1184465" y="0"/>
                </a:lnTo>
                <a:lnTo>
                  <a:pt x="1184465" y="1094016"/>
                </a:lnTo>
                <a:lnTo>
                  <a:pt x="0" y="1094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44310">
            <a:off x="16733075" y="1242661"/>
            <a:ext cx="1211172" cy="1118682"/>
          </a:xfrm>
          <a:custGeom>
            <a:avLst/>
            <a:gdLst/>
            <a:ahLst/>
            <a:cxnLst/>
            <a:rect r="r" b="b" t="t" l="l"/>
            <a:pathLst>
              <a:path h="1118682" w="1211172">
                <a:moveTo>
                  <a:pt x="0" y="0"/>
                </a:moveTo>
                <a:lnTo>
                  <a:pt x="1211172" y="0"/>
                </a:lnTo>
                <a:lnTo>
                  <a:pt x="1211172" y="1118683"/>
                </a:lnTo>
                <a:lnTo>
                  <a:pt x="0" y="1118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200000">
            <a:off x="1756911" y="6868302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0" y="0"/>
                </a:lnTo>
                <a:lnTo>
                  <a:pt x="822430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200000">
            <a:off x="1977826" y="6752795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200000">
            <a:off x="1756911" y="4289120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0" y="0"/>
                </a:lnTo>
                <a:lnTo>
                  <a:pt x="822430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7200000">
            <a:off x="1947411" y="4479620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0" y="0"/>
                </a:lnTo>
                <a:lnTo>
                  <a:pt x="822430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315310">
            <a:off x="12581841" y="4280458"/>
            <a:ext cx="1194040" cy="1513278"/>
          </a:xfrm>
          <a:custGeom>
            <a:avLst/>
            <a:gdLst/>
            <a:ahLst/>
            <a:cxnLst/>
            <a:rect r="r" b="b" t="t" l="l"/>
            <a:pathLst>
              <a:path h="1513278" w="1194040">
                <a:moveTo>
                  <a:pt x="0" y="0"/>
                </a:moveTo>
                <a:lnTo>
                  <a:pt x="1194040" y="0"/>
                </a:lnTo>
                <a:lnTo>
                  <a:pt x="1194040" y="1513278"/>
                </a:lnTo>
                <a:lnTo>
                  <a:pt x="0" y="1513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57249" y="3993165"/>
            <a:ext cx="8932850" cy="168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5"/>
              </a:lnSpc>
            </a:pPr>
            <a:r>
              <a:rPr lang="en-US" sz="5221" spc="151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Traffic Data Collection &amp; Cleaning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87665" y="6644936"/>
            <a:ext cx="9957083" cy="182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627" spc="163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Prediction Model &amp; System Design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00223" y="1122582"/>
            <a:ext cx="6724417" cy="112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8"/>
              </a:lnSpc>
            </a:pPr>
            <a:r>
              <a:rPr lang="en-US" sz="6921" spc="200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Data &amp; Design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60342" y="2481481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0" y="0"/>
                </a:lnTo>
                <a:lnTo>
                  <a:pt x="6185570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200000">
            <a:off x="-1095855" y="2137953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8" y="0"/>
                </a:lnTo>
                <a:lnTo>
                  <a:pt x="6325038" y="5842034"/>
                </a:lnTo>
                <a:lnTo>
                  <a:pt x="0" y="5842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5873" y="9338726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1" y="0"/>
                </a:lnTo>
                <a:lnTo>
                  <a:pt x="6185571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00000">
            <a:off x="210361" y="8995198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7" y="0"/>
                </a:lnTo>
                <a:lnTo>
                  <a:pt x="6325037" y="5842034"/>
                </a:lnTo>
                <a:lnTo>
                  <a:pt x="0" y="5842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98222" y="-4295338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1" y="0"/>
                </a:lnTo>
                <a:lnTo>
                  <a:pt x="6185571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200000">
            <a:off x="2162710" y="-4638866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7" y="0"/>
                </a:lnTo>
                <a:lnTo>
                  <a:pt x="6325037" y="5842034"/>
                </a:lnTo>
                <a:lnTo>
                  <a:pt x="0" y="5842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38055" y="8114155"/>
            <a:ext cx="1515157" cy="1399454"/>
          </a:xfrm>
          <a:custGeom>
            <a:avLst/>
            <a:gdLst/>
            <a:ahLst/>
            <a:cxnLst/>
            <a:rect r="r" b="b" t="t" l="l"/>
            <a:pathLst>
              <a:path h="1399454" w="1515157">
                <a:moveTo>
                  <a:pt x="0" y="0"/>
                </a:moveTo>
                <a:lnTo>
                  <a:pt x="1515157" y="0"/>
                </a:lnTo>
                <a:lnTo>
                  <a:pt x="1515157" y="1399454"/>
                </a:lnTo>
                <a:lnTo>
                  <a:pt x="0" y="1399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200000">
            <a:off x="-795744" y="8030008"/>
            <a:ext cx="1549319" cy="1431008"/>
          </a:xfrm>
          <a:custGeom>
            <a:avLst/>
            <a:gdLst/>
            <a:ahLst/>
            <a:cxnLst/>
            <a:rect r="r" b="b" t="t" l="l"/>
            <a:pathLst>
              <a:path h="1431008" w="1549319">
                <a:moveTo>
                  <a:pt x="0" y="0"/>
                </a:moveTo>
                <a:lnTo>
                  <a:pt x="1549320" y="0"/>
                </a:lnTo>
                <a:lnTo>
                  <a:pt x="1549320" y="1431008"/>
                </a:lnTo>
                <a:lnTo>
                  <a:pt x="0" y="14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200000">
            <a:off x="7506782" y="6679927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7200000">
            <a:off x="7697282" y="6870427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7200000">
            <a:off x="7506782" y="4583906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7200000">
            <a:off x="7697282" y="4774406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493574">
            <a:off x="15578139" y="880727"/>
            <a:ext cx="2243021" cy="1884138"/>
          </a:xfrm>
          <a:custGeom>
            <a:avLst/>
            <a:gdLst/>
            <a:ahLst/>
            <a:cxnLst/>
            <a:rect r="r" b="b" t="t" l="l"/>
            <a:pathLst>
              <a:path h="1884138" w="2243021">
                <a:moveTo>
                  <a:pt x="0" y="0"/>
                </a:moveTo>
                <a:lnTo>
                  <a:pt x="2243021" y="0"/>
                </a:lnTo>
                <a:lnTo>
                  <a:pt x="2243021" y="1884138"/>
                </a:lnTo>
                <a:lnTo>
                  <a:pt x="0" y="1884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807120" y="4560565"/>
            <a:ext cx="8334764" cy="83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5"/>
              </a:lnSpc>
            </a:pPr>
            <a:r>
              <a:rPr lang="en-US" sz="5221" spc="151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Prototype Development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37536" y="6647061"/>
            <a:ext cx="9314600" cy="182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627" spc="163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Testing &amp; Performance Evaluation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05591" y="1351205"/>
            <a:ext cx="6724417" cy="112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8"/>
              </a:lnSpc>
            </a:pPr>
            <a:r>
              <a:rPr lang="en-US" sz="6921" spc="200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Build &amp; Test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041498">
            <a:off x="12520335" y="393149"/>
            <a:ext cx="3247095" cy="2999135"/>
          </a:xfrm>
          <a:custGeom>
            <a:avLst/>
            <a:gdLst/>
            <a:ahLst/>
            <a:cxnLst/>
            <a:rect r="r" b="b" t="t" l="l"/>
            <a:pathLst>
              <a:path h="2999135" w="3247095">
                <a:moveTo>
                  <a:pt x="0" y="0"/>
                </a:moveTo>
                <a:lnTo>
                  <a:pt x="3247095" y="0"/>
                </a:lnTo>
                <a:lnTo>
                  <a:pt x="3247095" y="2999135"/>
                </a:lnTo>
                <a:lnTo>
                  <a:pt x="0" y="2999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358501">
            <a:off x="12636336" y="-107653"/>
            <a:ext cx="3320308" cy="3066757"/>
          </a:xfrm>
          <a:custGeom>
            <a:avLst/>
            <a:gdLst/>
            <a:ahLst/>
            <a:cxnLst/>
            <a:rect r="r" b="b" t="t" l="l"/>
            <a:pathLst>
              <a:path h="3066757" w="3320308">
                <a:moveTo>
                  <a:pt x="0" y="0"/>
                </a:moveTo>
                <a:lnTo>
                  <a:pt x="3320307" y="0"/>
                </a:lnTo>
                <a:lnTo>
                  <a:pt x="3320307" y="3066757"/>
                </a:lnTo>
                <a:lnTo>
                  <a:pt x="0" y="3066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715749">
            <a:off x="14067136" y="4663310"/>
            <a:ext cx="6325037" cy="5842034"/>
          </a:xfrm>
          <a:custGeom>
            <a:avLst/>
            <a:gdLst/>
            <a:ahLst/>
            <a:cxnLst/>
            <a:rect r="r" b="b" t="t" l="l"/>
            <a:pathLst>
              <a:path h="5842034" w="6325037">
                <a:moveTo>
                  <a:pt x="0" y="0"/>
                </a:moveTo>
                <a:lnTo>
                  <a:pt x="6325037" y="0"/>
                </a:lnTo>
                <a:lnTo>
                  <a:pt x="6325037" y="5842034"/>
                </a:lnTo>
                <a:lnTo>
                  <a:pt x="0" y="5842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515749">
            <a:off x="14475292" y="4010564"/>
            <a:ext cx="6185571" cy="5713218"/>
          </a:xfrm>
          <a:custGeom>
            <a:avLst/>
            <a:gdLst/>
            <a:ahLst/>
            <a:cxnLst/>
            <a:rect r="r" b="b" t="t" l="l"/>
            <a:pathLst>
              <a:path h="5713218" w="6185571">
                <a:moveTo>
                  <a:pt x="0" y="0"/>
                </a:moveTo>
                <a:lnTo>
                  <a:pt x="6185571" y="0"/>
                </a:lnTo>
                <a:lnTo>
                  <a:pt x="6185571" y="5713218"/>
                </a:lnTo>
                <a:lnTo>
                  <a:pt x="0" y="5713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06543">
            <a:off x="16719470" y="471685"/>
            <a:ext cx="1184466" cy="1094015"/>
          </a:xfrm>
          <a:custGeom>
            <a:avLst/>
            <a:gdLst/>
            <a:ahLst/>
            <a:cxnLst/>
            <a:rect r="r" b="b" t="t" l="l"/>
            <a:pathLst>
              <a:path h="1094015" w="1184466">
                <a:moveTo>
                  <a:pt x="0" y="0"/>
                </a:moveTo>
                <a:lnTo>
                  <a:pt x="1184465" y="0"/>
                </a:lnTo>
                <a:lnTo>
                  <a:pt x="1184465" y="1094015"/>
                </a:lnTo>
                <a:lnTo>
                  <a:pt x="0" y="1094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893456">
            <a:off x="16624069" y="622231"/>
            <a:ext cx="1211172" cy="1118682"/>
          </a:xfrm>
          <a:custGeom>
            <a:avLst/>
            <a:gdLst/>
            <a:ahLst/>
            <a:cxnLst/>
            <a:rect r="r" b="b" t="t" l="l"/>
            <a:pathLst>
              <a:path h="1118682" w="1211172">
                <a:moveTo>
                  <a:pt x="0" y="0"/>
                </a:moveTo>
                <a:lnTo>
                  <a:pt x="1211172" y="0"/>
                </a:lnTo>
                <a:lnTo>
                  <a:pt x="1211172" y="1118682"/>
                </a:lnTo>
                <a:lnTo>
                  <a:pt x="0" y="1118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200000">
            <a:off x="1756911" y="6868302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0" y="0"/>
                </a:lnTo>
                <a:lnTo>
                  <a:pt x="822430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200000">
            <a:off x="1977826" y="6752795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1" y="0"/>
                </a:lnTo>
                <a:lnTo>
                  <a:pt x="822431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200000">
            <a:off x="1756911" y="4289120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0" y="0"/>
                </a:lnTo>
                <a:lnTo>
                  <a:pt x="822430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7200000">
            <a:off x="1947411" y="4479620"/>
            <a:ext cx="822431" cy="759627"/>
          </a:xfrm>
          <a:custGeom>
            <a:avLst/>
            <a:gdLst/>
            <a:ahLst/>
            <a:cxnLst/>
            <a:rect r="r" b="b" t="t" l="l"/>
            <a:pathLst>
              <a:path h="759627" w="822431">
                <a:moveTo>
                  <a:pt x="0" y="0"/>
                </a:moveTo>
                <a:lnTo>
                  <a:pt x="822430" y="0"/>
                </a:lnTo>
                <a:lnTo>
                  <a:pt x="822430" y="759627"/>
                </a:lnTo>
                <a:lnTo>
                  <a:pt x="0" y="7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629754">
            <a:off x="11196480" y="7584327"/>
            <a:ext cx="1930518" cy="1884887"/>
          </a:xfrm>
          <a:custGeom>
            <a:avLst/>
            <a:gdLst/>
            <a:ahLst/>
            <a:cxnLst/>
            <a:rect r="r" b="b" t="t" l="l"/>
            <a:pathLst>
              <a:path h="1884887" w="1930518">
                <a:moveTo>
                  <a:pt x="0" y="0"/>
                </a:moveTo>
                <a:lnTo>
                  <a:pt x="1930517" y="0"/>
                </a:lnTo>
                <a:lnTo>
                  <a:pt x="1930517" y="1884887"/>
                </a:lnTo>
                <a:lnTo>
                  <a:pt x="0" y="18848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57249" y="3993165"/>
            <a:ext cx="8932850" cy="168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5"/>
              </a:lnSpc>
            </a:pPr>
            <a:r>
              <a:rPr lang="en-US" sz="5221" spc="151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Presentation, Final Review &amp; Delivery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57249" y="6308724"/>
            <a:ext cx="9957083" cy="182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627" spc="163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Maintenance &amp; Future Improvements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68126" y="1547527"/>
            <a:ext cx="10958871" cy="2125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2"/>
              </a:lnSpc>
            </a:pPr>
            <a:r>
              <a:rPr lang="en-US" sz="6521" spc="189">
                <a:solidFill>
                  <a:srgbClr val="042B60"/>
                </a:solidFill>
                <a:latin typeface="Now"/>
                <a:ea typeface="Now"/>
                <a:cs typeface="Now"/>
                <a:sym typeface="Now"/>
              </a:rPr>
              <a:t>Delivery / Maintenance</a:t>
            </a:r>
          </a:p>
          <a:p>
            <a:pPr algn="l">
              <a:lnSpc>
                <a:spcPts val="841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78853" y="-586367"/>
            <a:ext cx="3247095" cy="2999135"/>
          </a:xfrm>
          <a:custGeom>
            <a:avLst/>
            <a:gdLst/>
            <a:ahLst/>
            <a:cxnLst/>
            <a:rect r="r" b="b" t="t" l="l"/>
            <a:pathLst>
              <a:path h="2999135" w="3247095">
                <a:moveTo>
                  <a:pt x="0" y="0"/>
                </a:moveTo>
                <a:lnTo>
                  <a:pt x="3247095" y="0"/>
                </a:lnTo>
                <a:lnTo>
                  <a:pt x="3247095" y="2999135"/>
                </a:lnTo>
                <a:lnTo>
                  <a:pt x="0" y="2999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200000">
            <a:off x="2383379" y="-504678"/>
            <a:ext cx="3320308" cy="3066757"/>
          </a:xfrm>
          <a:custGeom>
            <a:avLst/>
            <a:gdLst/>
            <a:ahLst/>
            <a:cxnLst/>
            <a:rect r="r" b="b" t="t" l="l"/>
            <a:pathLst>
              <a:path h="3066757" w="3320308">
                <a:moveTo>
                  <a:pt x="0" y="0"/>
                </a:moveTo>
                <a:lnTo>
                  <a:pt x="3320307" y="0"/>
                </a:lnTo>
                <a:lnTo>
                  <a:pt x="3320307" y="3066756"/>
                </a:lnTo>
                <a:lnTo>
                  <a:pt x="0" y="3066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9108" y="-480062"/>
            <a:ext cx="1184466" cy="1094015"/>
          </a:xfrm>
          <a:custGeom>
            <a:avLst/>
            <a:gdLst/>
            <a:ahLst/>
            <a:cxnLst/>
            <a:rect r="r" b="b" t="t" l="l"/>
            <a:pathLst>
              <a:path h="1094015" w="1184466">
                <a:moveTo>
                  <a:pt x="0" y="0"/>
                </a:moveTo>
                <a:lnTo>
                  <a:pt x="1184466" y="0"/>
                </a:lnTo>
                <a:lnTo>
                  <a:pt x="1184466" y="1094016"/>
                </a:lnTo>
                <a:lnTo>
                  <a:pt x="0" y="1094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00000">
            <a:off x="797804" y="-450264"/>
            <a:ext cx="1211172" cy="1118682"/>
          </a:xfrm>
          <a:custGeom>
            <a:avLst/>
            <a:gdLst/>
            <a:ahLst/>
            <a:cxnLst/>
            <a:rect r="r" b="b" t="t" l="l"/>
            <a:pathLst>
              <a:path h="1118682" w="1211172">
                <a:moveTo>
                  <a:pt x="0" y="0"/>
                </a:moveTo>
                <a:lnTo>
                  <a:pt x="1211171" y="0"/>
                </a:lnTo>
                <a:lnTo>
                  <a:pt x="1211171" y="1118683"/>
                </a:lnTo>
                <a:lnTo>
                  <a:pt x="0" y="1118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2145" y="5172342"/>
            <a:ext cx="6026465" cy="5566263"/>
          </a:xfrm>
          <a:custGeom>
            <a:avLst/>
            <a:gdLst/>
            <a:ahLst/>
            <a:cxnLst/>
            <a:rect r="r" b="b" t="t" l="l"/>
            <a:pathLst>
              <a:path h="5566263" w="6026465">
                <a:moveTo>
                  <a:pt x="0" y="0"/>
                </a:moveTo>
                <a:lnTo>
                  <a:pt x="6026466" y="0"/>
                </a:lnTo>
                <a:lnTo>
                  <a:pt x="6026466" y="5566263"/>
                </a:lnTo>
                <a:lnTo>
                  <a:pt x="0" y="5566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200000">
            <a:off x="1349353" y="5323952"/>
            <a:ext cx="6162345" cy="5691766"/>
          </a:xfrm>
          <a:custGeom>
            <a:avLst/>
            <a:gdLst/>
            <a:ahLst/>
            <a:cxnLst/>
            <a:rect r="r" b="b" t="t" l="l"/>
            <a:pathLst>
              <a:path h="5691766" w="6162345">
                <a:moveTo>
                  <a:pt x="0" y="0"/>
                </a:moveTo>
                <a:lnTo>
                  <a:pt x="6162345" y="0"/>
                </a:lnTo>
                <a:lnTo>
                  <a:pt x="6162345" y="5691765"/>
                </a:lnTo>
                <a:lnTo>
                  <a:pt x="0" y="5691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461066" y="5369639"/>
            <a:ext cx="2198316" cy="2030444"/>
          </a:xfrm>
          <a:custGeom>
            <a:avLst/>
            <a:gdLst/>
            <a:ahLst/>
            <a:cxnLst/>
            <a:rect r="r" b="b" t="t" l="l"/>
            <a:pathLst>
              <a:path h="2030444" w="2198316">
                <a:moveTo>
                  <a:pt x="0" y="0"/>
                </a:moveTo>
                <a:lnTo>
                  <a:pt x="2198315" y="0"/>
                </a:lnTo>
                <a:lnTo>
                  <a:pt x="2198315" y="2030445"/>
                </a:lnTo>
                <a:lnTo>
                  <a:pt x="0" y="20304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200000">
            <a:off x="-1593405" y="5424943"/>
            <a:ext cx="2247882" cy="2076225"/>
          </a:xfrm>
          <a:custGeom>
            <a:avLst/>
            <a:gdLst/>
            <a:ahLst/>
            <a:cxnLst/>
            <a:rect r="r" b="b" t="t" l="l"/>
            <a:pathLst>
              <a:path h="2076225" w="2247882">
                <a:moveTo>
                  <a:pt x="0" y="0"/>
                </a:moveTo>
                <a:lnTo>
                  <a:pt x="2247882" y="0"/>
                </a:lnTo>
                <a:lnTo>
                  <a:pt x="2247882" y="2076225"/>
                </a:lnTo>
                <a:lnTo>
                  <a:pt x="0" y="207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842695" y="3819447"/>
            <a:ext cx="7475046" cy="249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0"/>
              </a:lnSpc>
            </a:pPr>
            <a:r>
              <a:rPr lang="en-US" sz="7689" spc="223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Thank you</a:t>
            </a:r>
          </a:p>
          <a:p>
            <a:pPr algn="ctr">
              <a:lnSpc>
                <a:spcPts val="9920"/>
              </a:lnSpc>
              <a:spcBef>
                <a:spcPct val="0"/>
              </a:spcBef>
            </a:pPr>
            <a:r>
              <a:rPr lang="en-US" sz="7689" spc="223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for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DAHDxEv4pR8</dc:identifier>
  <dcterms:modified xsi:type="dcterms:W3CDTF">2011-08-01T06:04:30Z</dcterms:modified>
  <cp:revision>1</cp:revision>
  <dc:title>SMART-JAM</dc:title>
</cp:coreProperties>
</file>